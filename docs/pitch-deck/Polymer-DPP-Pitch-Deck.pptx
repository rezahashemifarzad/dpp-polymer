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End-of-Year Account Growth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Manufacturer Accounts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25</c:v>
                </c:pt>
                <c:pt idx="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Auditor Seats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12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POLYMER.DPP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Product Passport Infrastructure for Europe's Polymer Industry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EU compliance into a verifiable trust asset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smartphon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3057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 ·  dpp-polymer.vercel.app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ESPR 2026 Enterprise Circular Economy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claims are becoming a legal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— not a marketing choice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EU's Ecodesign for Sustainable Products Regulation (ESPR), the Packaging and Packaging Waste Regulation (PPWR), and the Green Claims Directive turn “trust us” sustainability marketing into a compliance obligation with legal exposure attached.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link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8483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74320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Batch-by-batch chain of custody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300837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Mass-balance recycled/bio-based content (ISCC PLUS, REDcert2) must be tracked per physical batch, not estimated at the product-line level.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788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/home/claude/pitch-deck/icons/checkcircl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84835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22008" y="274320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expire on a schedule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922008" y="300837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needs re-verification before it lapses — a manual tracking burden across dozens of active batches.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2" descr="/home/claude/pitch-deck/icons/ey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08279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vs. marketing must be distinguishable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9844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 footprint figure has to be provably distinct from an unverified estimate, not blended into one number.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6364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3" descr="/home/claude/pitch-deck/icons/smartpho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408279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2200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be QR-scannable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92200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exposed through a GS1 Digital Link-compliant passport by the time ESPR's delegated acts apply.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mid-sized polymer processors — the Mittelstand backbone of NRW's chemical and plastics cluster — have neither the software capacity nor the regulatory staff to build this themselves.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deployed SaaS platform — not a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datab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9796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87452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Industrial-grade material data capture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13969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1133 MFI, density, tensile strength, PCR/PIR %, bio-based content, and LCA carbon footprint — stored at exact decimal precision, no floating-point drift.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8483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74320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trust workflow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300837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submit batch data; independently credentialed auditors formally verify or reject it before it's ever shown as fact.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shield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71703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61188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immutability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387705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record is SHA-256 sealed; every state change is written to an append-only, hash-chained audit ledger.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3" descr="/home/claude/pitch-deck/icons/smartpho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58571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98448" y="448056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 and auditor-facing transparency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98448" y="474573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GS1 Digital Link QR code on every batch resolves to a public passport showing only verified claims.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1" name="Image 4" descr="/home/claude/pitch-deck/icons/piechart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545439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534924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Regulatory-adjacent analytics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98448" y="561441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Readiness Index, PPWR 2030/2040 target tracking, and supplier performance ranking — compliance as a byproduct of normal use.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verified record, from batch creation to public proof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3154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datab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0" y="32378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batch data — MFI, density,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%, footprint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47472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320540" y="3154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750" y="323789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Auditor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certifications &amp; claims,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credentialed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630936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3154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itch-deck/icons/shield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0" y="323789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&amp; Hash-Chained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record inside 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ledger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64108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7"/>
          <p:cNvSpPr/>
          <p:nvPr/>
        </p:nvSpPr>
        <p:spPr>
          <a:xfrm>
            <a:off x="914400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23" name="Shape 18"/>
          <p:cNvSpPr/>
          <p:nvPr/>
        </p:nvSpPr>
        <p:spPr>
          <a:xfrm>
            <a:off x="9989820" y="3154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4" name="Image 3" descr="/home/claude/pitch-deck/icons/smartpho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030" y="323789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116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Buyer Access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QR scan or Buyer API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data shown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filtering means unverified claims are never even transmitted to a public request — not just hidden in the UI.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CREDIBILITY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regulatory and security scrutiny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record 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sealed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rounding drift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numeric fields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session-authenticated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— admin, auditor, buyer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8116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Link-compliant QR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issued passport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the platform's own technical documentation names what's genuinely still planned — a first-class batch-weight field and a formal third-party security review — so these claims stay honest against the real codebase, not a pitch-deck gloss.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WHY NRW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compliance deadline measured in years — in the region built to meet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trendingup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88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 delegated acts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expected to bring plastics/packaging into an early compliance wave.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PPWR 2030 recycled-content thresholds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hard, published deadline — not a someday target.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Claims Directive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unsubstantiated environmental claims with legal exposure.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itch-deck/icons/mappi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2599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NRW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88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Europe's densest chemical clusters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Rhineland corridor and Ruhr-area recycling infrastructure.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Mittelstand compounding sector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this exact compliance deadline today, not hypothetically.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RWTH Aachen &amp; Fraunhofer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alongside this industrial base as a world-class materials-science research anchor.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three-sided market, anchored in NRW's chemical cluster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67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0" descr="/home/claude/pitch-deck/icons/datab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25799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compounders &amp; recyclers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 employees, NRW/DACH, producing PCR/PIR or bio-based grades.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2167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2514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1" descr="/home/claude/pitch-deck/icons/link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80" y="25799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&amp; converters needing verified supplier data for their own CSRD/ESPR reporting.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75320" y="2167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75320" y="2514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2" descr="/home/claude/pitch-deck/icons/checkcircl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700" y="2579980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753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auditors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Certification-adjacent providers using the platform as their verification tool of record.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1440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path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  ›  wider DACH chemical cluster  ›  EU-wide  —  because ESPR and PPWR are EU regulations, every polymer manufacturer across the EU faces the same deadline.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B2B SaaS revenue, aligned to usage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briefc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9796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87452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manufacturer subscription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13969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recurring revenue — priced by batch volume and feature tier.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75691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65176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/ verification seat licensing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291693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pricing for the credentialed, professionally liable Auditor Portal.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link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5341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42900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 / API access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369417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Buyer API feeding verified data into a buyer's own CSRD/ERP pipeline.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3" descr="/home/claude/pitch-deck/icons/filetex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3113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98448" y="420624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 &amp; certificate services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98448" y="447141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 of Conformity, QR label sheets, audit-ready export workbooks.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1" name="Image 4" descr="/home/claude/pitch-deck/icons/target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50886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498348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data migration services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98448" y="524865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for larger accounts migrating from spreadsheets or legacy systems.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optional: white-label &amp; multi-tenant licensing for industry associations or certification bodies — a post-MVP expansion option, not a Year 1 assumption.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live MVP to regional DPP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check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2997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live — passport data model, cryptographic ledger, GS1 QR engine, certification workflow, auditor &amp; buyer portals, ESG analytics.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229971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1605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Validation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35661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pilot manufacturers, initial auditor network, RWTH Aachen advisory relationship, security hardening, first grant filing.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3093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itch-deck/icons/trendingup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229971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037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9037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7–18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Scale-Up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conversions, Buyer API commercially live, batch-weight field shipped, auditor network formalized.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8696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26" name="Shape 21"/>
          <p:cNvSpPr/>
          <p:nvPr/>
        </p:nvSpPr>
        <p:spPr>
          <a:xfrm>
            <a:off x="90525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pitch-deck/icons/glob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996" y="2299716"/>
            <a:ext cx="338328" cy="33832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6469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96469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19–36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0525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DACH / EU Expansion</a:t>
            </a:r>
            <a:endParaRPr lang="en-US" sz="1550" dirty="0"/>
          </a:p>
        </p:txBody>
      </p:sp>
      <p:sp>
        <p:nvSpPr>
          <p:cNvPr id="31" name="Text 25"/>
          <p:cNvSpPr txBox="1"/>
          <p:nvPr/>
        </p:nvSpPr>
        <p:spPr>
          <a:xfrm>
            <a:off x="90525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DACH sales motion, white-label evaluation, follow-on research grant, EU market entry as ESPR applies bloc-wide.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PROJECTIONS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plausible trajectory — not validated numbers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503920" y="45720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0" y="4572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ILLUSTRATIVE — NOT AUDITED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766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828800"/>
            <a:ext cx="388620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ranges (from the model)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3774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accounts · 3–5 auditors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accounts · 10–15 auditors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 accounts · 25–35 auditors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8404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values plot the midpoint of each range. All figures are illustrative placeholders sized to a plausible trajectory — not based on signed contracts, audited financials, or committed pricing. Replace with real figures before any binding investor or grant use.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ECOSYSTEM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NRW, positioned to validate against its research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07111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96596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23113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advisory relationship with RWTH Aachen's Center for Circular Economy (or an equivalent group) — an ecosystem synergy to formalize, not yet an existing named partnership — would give independent confirmation that the platform's methodology reflects current materials-science practice.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glob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33055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320040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credibility by association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346557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RWTH Aachen already runs active circular-economy research partnerships with major regional chemical players, demonstrating the ecosystem's credibility with the same customer base this platform targets.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layer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53999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443484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future R&amp;D pipeline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470001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RWTH's materials-science graduate programs supports the platform's domain-expertise needs and a plausible Year 2+ joint research application.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Purpose-built trust infrastructure, not a generic ERP bolt-on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ERP / PLM vendors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around DPP-specific data models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tamper-evidence layer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GS1 Digital Link-native QR resolution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credentialed multi-party verification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Polymer DPP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schema — MFI, PCR/PIR, mass balance, LCA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sealed, hash-chained append-only ledger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GS1 Digital Link QR on every issued passport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credentialed auditor verification workflow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Partnering to scale NRW's DPP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34543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22402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manufacturer customers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50545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accounts spanning a compounder, a recycler, and a converter — to validate the data model against real production diversity.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22860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briefcas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34543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22008" y="22402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grant co-financing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6922008" y="250545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NRW.BANK.Invest Zukunft, EFRE.NRW, and Ressource.NRW — bridging pilot-phase costs ahead of paid revenue.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award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08279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RWTH Aachen advisory partnership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the Center for Circular Economy ecosystem synergy into a named, citable relationship.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3" descr="/home/claude/pitch-deck/icons/targe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40827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2200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&amp; partners for scale-up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692200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transition from validated pilot to regional-scale paid infrastructure.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POLYMER.DPP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NRW's Digital Product Passport infrastructure together.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4480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dpp-polymer.vercel.app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74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 Hashemi Farzad  ·  reza.h.farzad@gmail.com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0" descr="/home/claude/pitch-deck/icons/smartphon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442923"/>
            <a:ext cx="405994" cy="4059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2026-08-30T18:03:29Z</dcterms:created>
  <dcterms:modified xsi:type="dcterms:W3CDTF">2026-08-30T18:03:29Z</dcterms:modified>
</cp:coreProperties>
</file>